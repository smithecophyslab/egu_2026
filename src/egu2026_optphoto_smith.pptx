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306" r:id="rId3"/>
    <p:sldId id="257" r:id="rId4"/>
    <p:sldId id="305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7B1D7-6CE8-1CC2-036E-84AA2AA3AB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6C7AB5-A82B-74E3-451D-990B76B295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A5609F-0AFF-E0F6-7552-82DA88C87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A1690-DE7E-224D-9F4F-B19CE0068089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13224E-FA31-AB8C-8947-074CF6B87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DBCD4-2872-FB0D-846C-DE10502D3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2307D-2E55-8C48-9C82-70885A940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4313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D4B59-20E4-3F90-156B-79C86FE16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6F3CD-4EE2-BDDD-3CCC-EB4E2DCB34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256DBC-A78E-111F-5EC2-DC464933B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A1690-DE7E-224D-9F4F-B19CE0068089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F94C6E-3584-1B51-4B85-E61733AB2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B06255-41D6-8BD8-E8F9-4F6A09E59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2307D-2E55-8C48-9C82-70885A940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81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E5A0F-620D-1157-FFF4-95429D23D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3CC0D1-293A-5E05-6CF0-0339A7D1EA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6C2467-9F4B-AB78-9FA7-325154F57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A1690-DE7E-224D-9F4F-B19CE0068089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78F405-85BB-63E5-9E05-48E2378F1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21D88F-73CB-701B-9276-63D2077B7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2307D-2E55-8C48-9C82-70885A940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349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2EDAB-057C-F7BE-9940-1B4348E30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663C7-EC5C-6D84-65E1-874BC810D1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54DA09-C379-90FE-A469-FF02716F12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DC1737-3E28-7294-CB0F-8109AD617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A1690-DE7E-224D-9F4F-B19CE0068089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7E261E-F6D4-FDC6-5D8E-AFCDA4C3A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1E592F-2ECD-65A3-AE3B-026465B0E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2307D-2E55-8C48-9C82-70885A940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325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446EF-CB0E-0C74-4AA2-449BD5288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4C55C6-24B5-532F-1808-5D4817C0F9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0B6CD2-A206-39C6-E2DC-FA0459936F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5E37A8-67CC-06E6-09B1-091A7ADAED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1F6995-4884-A234-68C1-6F839D100C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420358-538C-3605-F4CC-7C2D97BCA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A1690-DE7E-224D-9F4F-B19CE0068089}" type="datetimeFigureOut">
              <a:rPr lang="en-US" smtClean="0"/>
              <a:t>4/27/26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0BFE52-DE9A-48CF-24A1-3580DE1CE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2F2D8D-3674-2FA6-1F95-73396E34B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2307D-2E55-8C48-9C82-70885A940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992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84846-AF82-7135-823B-0FF4859FA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411DA6-9A01-3577-1E1D-8C97C9610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A1690-DE7E-224D-9F4F-B19CE0068089}" type="datetimeFigureOut">
              <a:rPr lang="en-US" smtClean="0"/>
              <a:t>4/27/26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ACEF4B-877A-656F-DD16-B3DAE9120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60CF87-BE7A-5E93-9ABD-09064493D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2307D-2E55-8C48-9C82-70885A940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645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278296-0F3E-43F5-1DD1-2BA39DE26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A1690-DE7E-224D-9F4F-B19CE0068089}" type="datetimeFigureOut">
              <a:rPr lang="en-US" smtClean="0"/>
              <a:t>4/27/26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AA64B0-D27F-A6E7-855C-23007BF6B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6F3F23-A6D7-9CA0-4CEE-334205AD7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2307D-2E55-8C48-9C82-70885A940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574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613B7-924D-4B49-EFF2-19EB40984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F4E1AC-236E-2402-D0DA-FD7514243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0CECAF-59C5-B70C-EA2D-3B01743A87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68C59C-B622-B805-8EF7-3DFE5F613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A1690-DE7E-224D-9F4F-B19CE0068089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7430B8-BF80-187A-3729-B91B2F826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40C5C5-A25A-1E33-5949-3C108222B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2307D-2E55-8C48-9C82-70885A940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9773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357DA-E2A0-2FD4-8E65-B9B8AA1BA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75D088-5F5E-9A52-DCD8-90A72066FC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5465B2-F169-EB05-B1BC-96FA8BC84A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CDC3FB-48A7-E7DB-1718-D08A16058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A1690-DE7E-224D-9F4F-B19CE0068089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331D59-4F5C-D9C5-DB97-5F8ACB22D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568ACB-4661-7674-942D-453FE857D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2307D-2E55-8C48-9C82-70885A940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7174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B82C1-E7B7-1885-D70A-D1B70E561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0F1634-D54F-9142-B3C0-D9E06B296F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70C2D9-5EBE-8758-9D7E-5E947308B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A1690-DE7E-224D-9F4F-B19CE0068089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B5B23F-73DE-E5A4-497D-02DCE8363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2CEC46-9F53-5C40-5664-1289F4824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2307D-2E55-8C48-9C82-70885A940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010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CE6F1A-DAEF-A184-3F10-C4108E16A8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380BFB-DB46-E21B-1053-43844F7B99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81F7FD-70ED-2A5E-6AD6-86C3425E1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A1690-DE7E-224D-9F4F-B19CE0068089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09D509-003D-A77C-E2E1-F2D0071AF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43223-30EA-88AC-752C-E69FA0E93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2307D-2E55-8C48-9C82-70885A940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569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5244B7-ADE3-2D82-FB38-1653C5E20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CCF914-9AD8-A65B-5F0D-3964603129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0E20EF-1742-7A78-0282-66035EEE45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8A1690-DE7E-224D-9F4F-B19CE0068089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5F294A-596A-B6E4-623B-0D8197CB7C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2FFEBF-F97B-DD26-ABF1-91711C0FCF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02307D-2E55-8C48-9C82-70885A940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32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65914-FCE6-BD75-96EB-D7F67A8EE5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Optimal photosynthetic strategies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EA797B-9B94-1843-F0C8-2B61AF669E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Nick Smith</a:t>
            </a:r>
          </a:p>
          <a:p>
            <a:r>
              <a:rPr lang="en-US" dirty="0"/>
              <a:t>Texas Tech University</a:t>
            </a:r>
          </a:p>
          <a:p>
            <a:r>
              <a:rPr lang="en-US" dirty="0" err="1"/>
              <a:t>nick.smith@ttu.edu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41986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6E519-EBE0-E18E-942A-F0D040DEC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3137A1-6F4C-603B-D5F9-02E085DCB6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5622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B0E9E-A414-0D1C-D3BE-36F33166A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notice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412EE7-956B-4695-7EED-4D9FF9554A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en-US" dirty="0"/>
              <a:t>Lab is moving to the University of Nebraska - Lincoln</a:t>
            </a:r>
          </a:p>
          <a:p>
            <a:r>
              <a:rPr lang="en-US" dirty="0"/>
              <a:t>Starting Fall 2026</a:t>
            </a:r>
          </a:p>
          <a:p>
            <a:r>
              <a:rPr lang="en-US" dirty="0"/>
              <a:t>Reach out if you are interested in collaborating</a:t>
            </a:r>
          </a:p>
        </p:txBody>
      </p:sp>
      <p:pic>
        <p:nvPicPr>
          <p:cNvPr id="4" name="Picture 3" descr="Our Marks | Brand Guide | University Communication &amp; Marketing | Nebraska">
            <a:extLst>
              <a:ext uri="{FF2B5EF4-FFF2-40B4-BE49-F238E27FC236}">
                <a16:creationId xmlns:a16="http://schemas.microsoft.com/office/drawing/2014/main" id="{4BBDA1AA-B11C-07AA-7F25-FFDCEFD880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1800" y="1027906"/>
            <a:ext cx="4572000" cy="2971800"/>
          </a:xfrm>
          <a:prstGeom prst="rect">
            <a:avLst/>
          </a:prstGeom>
        </p:spPr>
      </p:pic>
      <p:pic>
        <p:nvPicPr>
          <p:cNvPr id="5" name="Picture 4" descr="Site Info for US-Ne1- AmeriFlux">
            <a:extLst>
              <a:ext uri="{FF2B5EF4-FFF2-40B4-BE49-F238E27FC236}">
                <a16:creationId xmlns:a16="http://schemas.microsoft.com/office/drawing/2014/main" id="{3A14672B-A873-593A-B7EB-D2B8A91CE7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300" y="4489021"/>
            <a:ext cx="2857500" cy="1905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A9069B8-8EBE-41D0-D494-31648D4140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4129" y="4489021"/>
            <a:ext cx="2145441" cy="2145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9696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01004" y="19484"/>
            <a:ext cx="9630770" cy="6838516"/>
          </a:xfrm>
          <a:prstGeom prst="rect">
            <a:avLst/>
          </a:prstGeom>
        </p:spPr>
      </p:pic>
      <p:sp>
        <p:nvSpPr>
          <p:cNvPr id="4" name="Oval Callout 3"/>
          <p:cNvSpPr/>
          <p:nvPr/>
        </p:nvSpPr>
        <p:spPr>
          <a:xfrm>
            <a:off x="7812741" y="2286000"/>
            <a:ext cx="2070847" cy="1452282"/>
          </a:xfrm>
          <a:prstGeom prst="wedgeEllipseCallout">
            <a:avLst>
              <a:gd name="adj1" fmla="val -76028"/>
              <a:gd name="adj2" fmla="val 84722"/>
            </a:avLst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Thanks!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24F0BB1-5183-D24C-9A32-AECF3E7CDD10}"/>
              </a:ext>
            </a:extLst>
          </p:cNvPr>
          <p:cNvSpPr txBox="1"/>
          <p:nvPr/>
        </p:nvSpPr>
        <p:spPr>
          <a:xfrm>
            <a:off x="1460313" y="169588"/>
            <a:ext cx="7306424" cy="18158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/>
              <a:t>Presentation available at:</a:t>
            </a:r>
          </a:p>
          <a:p>
            <a:r>
              <a:rPr lang="en-US" sz="2800" dirty="0" err="1"/>
              <a:t>www.github.com</a:t>
            </a:r>
            <a:r>
              <a:rPr lang="en-US" sz="2800" dirty="0"/>
              <a:t>/</a:t>
            </a:r>
            <a:r>
              <a:rPr lang="en-US" sz="2800" dirty="0" err="1"/>
              <a:t>SmithEcophysLab</a:t>
            </a:r>
            <a:r>
              <a:rPr lang="en-US" sz="2800" dirty="0"/>
              <a:t>/egu_2026</a:t>
            </a:r>
          </a:p>
          <a:p>
            <a:endParaRPr lang="en-US" sz="2800" dirty="0"/>
          </a:p>
          <a:p>
            <a:r>
              <a:rPr lang="en-US" sz="2800" dirty="0"/>
              <a:t>Contact: </a:t>
            </a:r>
            <a:r>
              <a:rPr lang="en-US" sz="2800" dirty="0" err="1"/>
              <a:t>nick.smith@ttu.edu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066695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65</Words>
  <Application>Microsoft Macintosh PowerPoint</Application>
  <PresentationFormat>Widescreen</PresentationFormat>
  <Paragraphs>14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Optimal photosynthetic strategies</vt:lpstr>
      <vt:lpstr>Outline</vt:lpstr>
      <vt:lpstr>Quick notice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Smith, Nick</dc:creator>
  <cp:lastModifiedBy>Smith, Nick</cp:lastModifiedBy>
  <cp:revision>3</cp:revision>
  <dcterms:created xsi:type="dcterms:W3CDTF">2026-04-27T13:58:39Z</dcterms:created>
  <dcterms:modified xsi:type="dcterms:W3CDTF">2026-04-27T14:16:44Z</dcterms:modified>
</cp:coreProperties>
</file>